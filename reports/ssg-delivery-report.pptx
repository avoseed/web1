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 이마트 양재·하남점 시범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완료, 예약배송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 막힌 PP센터의 낮 가동률 제고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897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접수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20시까지 (이후 주문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차량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189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197%↑(6월, 1월比)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44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적재 한계 →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215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매출 197%↑(6월, 1월比)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B마트도 대용량 품목 확대·사륜차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4800" y="3038400"/>
          <a:ext cx="9057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57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0~10시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160여 PP센터, 유통법상 새벽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바로퀵·2시간 배송으로 낮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완화 개정 시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 반등 계기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57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