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 이마트 양재·하남점 시범 개시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완료, 예약배송 병행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대용량 장보기 수요를 사륜차로 흡수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 막힌 PP센터의 낮 가동률 제고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897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접수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20시까지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(이후 주문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차량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4800" y="1475999"/>
          <a:ext cx="9057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189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형태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 197%↑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(6월, 1월 대비)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</a:t>
                      </a:r>
                    </a:p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병행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44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 7. 10.)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적재 한계 → 대용량 장보기 공백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18215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매출 197%↑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(6월, 1월 대비)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수요 실증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(소량·이륜차)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/ 2시간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(대용량·사륜차)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B마트도 대용량 품목 확대·사륜차 병행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4800" y="3038400"/>
          <a:ext cx="9057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57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('12년)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: 대형마트 영업 0~10시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160여 PP센터, 유통법상 새벽 가동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821599"/>
            <a:ext cx="8859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바로퀵·2시간 배송으로 낮 가동률 제고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800" y="21672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완화 개정 시 새벽배송 확장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4800" y="2512800"/>
            <a:ext cx="9057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 반등 계기 주목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3038400"/>
          <a:ext cx="9057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57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