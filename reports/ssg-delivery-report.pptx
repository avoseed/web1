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304000"/>
            <a:ext cx="36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내부 토의용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2628000"/>
            <a:ext cx="84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92000" y="3384000"/>
            <a:ext cx="8316000" cy="0"/>
          </a:xfrm>
          <a:prstGeom prst="bentConnector3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20000" y="5148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온라인사업단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0000" y="5400000"/>
            <a:ext cx="846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2026. 07. 10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14000"/>
            <a:ext cx="9907200" cy="5004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60000" y="2015999"/>
            <a:ext cx="738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1. SSG닷컴 배송 서비스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40000" y="2880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① 핵심 요약 및 서비스 현황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40000" y="3186000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② '2시간 배송' 도입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0000" y="3491999"/>
            <a:ext cx="54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③ 규제 환경 및 확대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[핵심요약①]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'2시간 배송' 시범 운영 개시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내 배송' 시범 도입 — 대용량 장보기 공략, PP센터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'26. 7. 9.부터 이마트 양재점·하남점 인근 고객 대상 '2시간 내 배송' 시범 운영 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" y="1821599"/>
            <a:ext cx="8895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오후 8시까지 주문 시 결제 시점 기준 2시간 내 배송 완료, 기존 예약배송과 병행 선택 가능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퀵커머스(바로퀵)로 소화 불가한 3~4인 가구 대용량 장보기 수요를 사륜차로 흡수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새벽배송이 막힌 이마트 점포(PP센터)의 낮 시간대 가동률 제고 포석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38400"/>
          <a:ext cx="9093600" cy="1584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60000"/>
                <a:gridCol w="6933600"/>
              </a:tblGrid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시범 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('26. 7. 9. 개시)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주문 마감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오후 8시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완료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결제 시점 기준 2시간 이내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68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 사륜 배송 차량 (대용량·중량 상품 대응)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[서비스현황②]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이마트·SSG닷컴 배송 서비스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신규 2시간 배송으로 소량 퀵배송과 대용량 예약배송 사이 공백 보완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점포당 평균 약 15만 종 / 바로퀵 약 1만 종 / B마트 약 2만 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4/7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6799" y="1475999"/>
          <a:ext cx="9093599" cy="381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55999"/>
                <a:gridCol w="1692000"/>
                <a:gridCol w="1080000"/>
                <a:gridCol w="1440000"/>
                <a:gridCol w="3225600"/>
              </a:tblGrid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(구간당 4~5시간)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 운영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물류센터 '네오' 한정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(PP센터는 규제로 불가)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(반경 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위주 · 1~2인 가구 중심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6월 매출 1월 대비 197% 증가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(20시 주문 마감)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병행 선택 가능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[도입배경③]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대용량 장보기 수요와 퀵커머스 세분화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바로퀵 매출 197% 증가로 온디맨드 수요 실증 — 1시간/2시간 이원화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(단위 : 종, 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5/7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이륜차 퀵커머스는 적재량 제약으로 소량 배송에 한정 → 대형마트 주력인 3~4인 가족 대용량 장보기 공백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18215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바로퀵 6월 매출 '26. 1월 대비 197% 증가 → 온디맨드 장보기 수요 실증 후 서비스 확대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1시간(소량·이륜차) / 2시간(대용량·사륜차) 이원화로 퀵커머스 수요 세분화 대응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1위 B마트도 대용량 휴지·계란 30구 등 품목 다변화 및 일부 사륜차 배송 병행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06799" y="3038400"/>
          <a:ext cx="9093600" cy="129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40000"/>
                <a:gridCol w="2160000"/>
                <a:gridCol w="3693600"/>
              </a:tblGrid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 수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8E0EC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 (2시간 배송 기반)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점포당 평균 기준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적재량 한계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 (배달의민족)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시장 1위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[규제·확대④]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새벽배송 규제와 확대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7600" y="1044000"/>
            <a:ext cx="7848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새벽 규제 하 낮 시간대 가동률 승부 — 연말 50여 개 점포 확대 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유통산업발전법('12년 도입) : 대형마트 영업 자정~오전 10시 제한 · 월 2회 의무휴업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6/7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475999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전국 160여 이마트 점포(PP센터)는 유통산업발전법상 새벽 시간대 가동 불가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" y="1821599"/>
            <a:ext cx="8895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· 2시간 배송으로 낮 시간대 PP센터 가동률 제고 → 규제 하 물류거점 활용 극대화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799" y="21672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정치권 규제 완화 논의 진행 중 → 개정 시 주간 운영 노하우의 새벽배송 확장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2512800"/>
            <a:ext cx="9093600" cy="34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이커머스 3위 SSG닷컴의 배송 전략 기반 반등 여부 주목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3038400"/>
          <a:ext cx="9093600" cy="151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00000"/>
                <a:gridCol w="7293600"/>
              </a:tblGrid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확대 계획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양재점 · 하남점 시범 운영 개시 (7. 9.)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서비스 확대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24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연말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50여 개 점포 운영 목표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720000"/>
            <a:ext cx="72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No.1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" y="1655999"/>
            <a:ext cx="86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GROCERY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7999" y="2520000"/>
            <a:ext cx="72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Discover a joyful food life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RE:TARGET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경영목표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0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60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RE:DESIGN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고객경험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660000" y="4680000"/>
            <a:ext cx="2160000" cy="0"/>
          </a:xfrm>
          <a:prstGeom prst="bentConnector3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0000" y="4752000"/>
            <a:ext cx="252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15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RE:FOCUS 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일하는 방식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