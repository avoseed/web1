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9.부터 이마트 양재점·하남점 인근 고객 대상 '2시간 내 배송' 시범 운영 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퀵커머스(바로퀵)로 소화 불가한 3~4인 가구 대용량 장보기 수요를 사륜차로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새벽배송이 막힌 이마트 점포(PP센터)의 낮 시간대 가동률 제고 포석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6799" y="1475999"/>
          <a:ext cx="9093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
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
(PP센터는 규제로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
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
6월 매출 1월 대비 197% 증가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
(20시 주문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
예약배송 병행 선택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퀵커머스는 적재량 제약으로 소량 배송에 한정 → 대형마트 주력인 3~4인 가족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8215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6월 매출 '26. 1월 대비 197% 증가 → 온디맨드 장보기 수요 실증 후 서비스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이원화로 퀵커머스 수요 세분화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1위 B마트도 대용량 휴지·계란 30구 등 품목 다변화 및 일부 사륜차 배송 병행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6799" y="3038400"/>
          <a:ext cx="9093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전국 160여 이마트 점포(PP센터)는 유통산업발전법상 새벽 시간대 가동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정치권 규제 완화 논의 진행 중 → 개정 시 주간 운영 노하우의 새벽배송 확장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SSG닷컴의 배송 전략 기반 반등 여부 주목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