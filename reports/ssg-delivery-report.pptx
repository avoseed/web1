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040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토의용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628000"/>
            <a:ext cx="846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92000" y="3384000"/>
            <a:ext cx="8316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20000" y="5148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온라인사업단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400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2026. 07. 10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14000"/>
            <a:ext cx="9907200" cy="50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2015999"/>
            <a:ext cx="73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1. SSG닷컴 배송 서비스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0" y="2880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핵심 요약 및 서비스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0" y="3186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② '2시간 배송'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0" y="3491999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규제 환경 및 확대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[핵심요약①]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'2시간 배송' 시범 운영 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'26. 7. 9. 이마트 양재·하남점 시범 개시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21599"/>
            <a:ext cx="8859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주문 마감 → 결제 후 2시간 내 배송, 예약배송 병행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대용량 장보기 수요를 사륜차로 흡수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새벽배송 막힌 PP센터의 낮 가동률 제고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4800" y="3038400"/>
          <a:ext cx="9057600" cy="15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0000"/>
                <a:gridCol w="6897600"/>
              </a:tblGrid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주문 마감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오후 8시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완료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 후 2시간 이내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 사륜 차량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[서비스현황②]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이마트·SSG닷컴 배송 서비스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신규 2시간 배송으로 소량 퀵배송과 대용량 예약배송 사이 공백 보완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점포당 평균 약 15만 종 / 바로퀵 약 1만 종 / B마트 약 2만 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4800" y="1475999"/>
          <a:ext cx="9057599" cy="381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5999"/>
                <a:gridCol w="1692000"/>
                <a:gridCol w="1080000"/>
                <a:gridCol w="1440000"/>
                <a:gridCol w="3189600"/>
              </a:tblGrid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(구간당 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 197%↑(6월, 1월比)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내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병행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[도입배경③]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대용량 장보기 수요와 퀵커머스 세분화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바로퀵 매출 197% 증가로 온디맨드 수요 실증 — 1시간/2시간 이원화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944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(단위 : 종)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이륜차 적재 한계 → 대용량 장보기 공백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18215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바로퀵 매출 197%↑(6월, 1월比) → 수요 실증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1시간(소량·이륜차) / 2시간(대용량·사륜차) 이원화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B마트도 대용량 품목 확대·사륜차 병행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24800" y="3038400"/>
          <a:ext cx="90576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2160000"/>
                <a:gridCol w="36576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점포당 평균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[규제·확대④]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새벽배송 규제와 확대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새벽 규제 하 낮 시간대 가동률 승부 — 연말 50여 개 점포 확대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유통산업발전법('12년) : 대형마트 영업 0~10시 제한 · 월 2회 의무휴업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160여 PP센터, 유통법상 새벽 가동 불가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21599"/>
            <a:ext cx="8859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바로퀵·2시간 배송으로 낮 가동률 제고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완화 개정 시 새벽배송 확장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이커머스 3위 SSG닷컴 반등 계기 주목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4800" y="3038400"/>
          <a:ext cx="9057600" cy="151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/>
                <a:gridCol w="7257600"/>
              </a:tblGrid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50여 개 점포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No.1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655999"/>
            <a:ext cx="86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GROCERY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7999" y="25200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Discover a joyful food life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RE:TARGET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경영목표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0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0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RE:DESIGN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고객경험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6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RE:FOCUS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일하는 방식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