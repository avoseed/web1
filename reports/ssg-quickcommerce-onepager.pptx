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906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7600" y="432000"/>
            <a:ext cx="9086400" cy="32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[이마트 퀵커머스] </a:t>
            </a:r>
            <a:r>
              <a:rPr sz="2800" b="1">
                <a:solidFill>
                  <a:srgbClr val="222222"/>
                </a:solidFill>
                <a:latin typeface="맑은 고딕"/>
                <a:ea typeface="맑은 고딕"/>
                <a:cs typeface="맑은 고딕"/>
              </a:rPr>
              <a:t>SSG닷컴 '2시간 배송' 도입 전략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16000" y="846000"/>
            <a:ext cx="1188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(기준 : '26. 7월)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74400" y="6443999"/>
            <a:ext cx="6480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※ 출처 : 비즈워치 「SSG닷컴, '2시간 실험'에 나선 진짜 이유는」('26. 7. 10. 정혜인 기자)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51200" y="6562800"/>
            <a:ext cx="756000" cy="21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1/1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6799" y="1080000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□ 핵심 요약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4800" y="1278000"/>
            <a:ext cx="8895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'26. 7. 9. 이마트 양재점·하남점 인근 대상 '2시간 내 배송' 시범 운영 개시 (오후 8시 주문 마감, 결제 후 2시간 내 완료, 예약배송 병행 선택 가능)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4800" y="1458000"/>
            <a:ext cx="8895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퀵커머스(바로퀵)가 못 담는 3~4인 가구 대용량 장보기를 사륜차로 흡수 + 새벽배송 막힌 PP센터의 낮 시간대 가동률 제고 포석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6799" y="1728000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□ 이마트·SSG닷컴 배송 서비스 비교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06799" y="1925999"/>
          <a:ext cx="9093600" cy="1728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1908000"/>
                <a:gridCol w="900000"/>
                <a:gridCol w="1296000"/>
                <a:gridCol w="3585600"/>
              </a:tblGrid>
              <a:tr h="28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배송 속도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운송 수단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취급 품목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특징</a:t>
                      </a:r>
                    </a:p>
                  </a:txBody>
                  <a:tcPr anchor="ctr" marL="36000" marR="36000" marT="0" marB="0">
                    <a:solidFill>
                      <a:srgbClr val="EAEEF6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주간배송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 (구간당 4~5시간)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점포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지역별 2~5개 시간 구간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새벽 시간대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네오 취급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물류센터 '네오' 한정 (PP센터 불가)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예약배송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트레이더스 상품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쓱배송의 한 축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1시간 내외 (반경 약 3km)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1만 종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소량·1~2인 가구, 6월 매출 1월比 197%↑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(신규)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이내 (20시 마감)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사륜차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15만 종 기반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대용량 즉시배송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06799" y="3780000"/>
            <a:ext cx="90936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□ 도입 배경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4800" y="3978000"/>
            <a:ext cx="8895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이륜차 적재량 한계로 소량 배송에 갇힌 퀵커머스 → 대형마트 주력인 가족 단위 대용량 장보기 공백 공략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4800" y="4158000"/>
            <a:ext cx="8895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- 바로퀵 매출 급증으로 온디맨드 장보기 수요 실증 → 1시간(소량·이륜차) / 2시간(대용량·사륜차) 세분화 대응 (B마트도 대용량 확대 중)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799" y="4608000"/>
            <a:ext cx="44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□ 취급 품목 수 비교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06799" y="4806000"/>
          <a:ext cx="4428000" cy="115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260000"/>
                <a:gridCol w="1296000"/>
                <a:gridCol w="1872000"/>
              </a:tblGrid>
              <a:tr h="28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구분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품목 수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비고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이마트 점포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150,000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2시간 배송 기반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바로퀵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10,000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이륜차 적재 한계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B마트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약 20,000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퀵커머스 1위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5072400" y="4608000"/>
            <a:ext cx="4428000" cy="198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0066"/>
                </a:solidFill>
                <a:latin typeface="맑은 고딕"/>
                <a:ea typeface="맑은 고딕"/>
                <a:cs typeface="맑은 고딕"/>
              </a:rPr>
              <a:t>□ 확대 로드맵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5072400" y="4806000"/>
          <a:ext cx="4428000" cy="1152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04000"/>
                <a:gridCol w="3024000"/>
              </a:tblGrid>
              <a:tr h="288000"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시기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000" b="1">
                          <a:solidFill>
                            <a:srgbClr val="000066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계획</a:t>
                      </a:r>
                    </a:p>
                  </a:txBody>
                  <a:tcPr anchor="ctr" marL="36000" marR="36000" marT="0" marB="0">
                    <a:solidFill>
                      <a:srgbClr val="D8E0EC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7월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양재·하남점 시범 운영 (7. 9.)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8월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서울 주요 지역 확대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  <a:tr h="288000">
                <a:tc>
                  <a:txBody>
                    <a:bodyPr wrap="square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'26. 9월 → 연말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전국 확대 → 50여 개 점포 목표</a:t>
                      </a:r>
                    </a:p>
                  </a:txBody>
                  <a:tcPr anchor="ctr" marL="36000" marR="36000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406799" y="6102000"/>
            <a:ext cx="9093600" cy="180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C30C3E"/>
                </a:solidFill>
                <a:latin typeface="맑은 고딕"/>
                <a:ea typeface="맑은 고딕"/>
                <a:cs typeface="맑은 고딕"/>
              </a:rPr>
              <a:t>※ 유통산업발전법('12년) : 대형마트 영업 자정~오전 10시 제한·월 2회 의무휴업 → 전국 160여 PP센터 새벽배송 불가, 규제 완화 개정 시 새벽배송 확장 여지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