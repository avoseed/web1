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(기준 : '26. 7월)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080000"/>
            <a:ext cx="90936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'26. 7. 9. 이마트 양재·하남점 '2시간 내 배송' 시범 도입 — 대용량 장보기 수요 공략, PP센터 가동률 제고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799" y="14400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도입 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800" y="1638000"/>
            <a:ext cx="889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퀵커머스(바로퀵)는 적재량 한계로 소량 배송에 한정 → 대형마트 주력인 3~4인 가구 대용량 장보기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800" y="1818000"/>
            <a:ext cx="889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6월 매출 1월 대비 197% 증가로 온디맨드 수요 실증 → 1시간(소량·이륜차) / 2시간(대용량·사륜차) 세분화 대응 (B마트도 대용량 확대 중)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799" y="21060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시범 운영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800" y="2304000"/>
            <a:ext cx="889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 병행 선택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800" y="2484000"/>
            <a:ext cx="889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 차량 활용으로 무거운 대용량 상품까지 즉시 배송 — 점포당 약 15만 종 상품이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799" y="27900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이마트·SSG닷컴 배송 서비스 비교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6799" y="2988000"/>
          <a:ext cx="90936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1908000"/>
                <a:gridCol w="900000"/>
                <a:gridCol w="1296000"/>
                <a:gridCol w="3585600"/>
              </a:tblGrid>
              <a:tr h="28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(구간당 4~5시간)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물류센터 '네오' 한정 (PP센터 불가)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 (반경 약 3km)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가구, 6월 매출 1월比 197%↑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 (20시 마감)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06799" y="4806000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취급 품목 수 비교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06799" y="5004000"/>
          <a:ext cx="4428000" cy="10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000"/>
                <a:gridCol w="1296000"/>
                <a:gridCol w="18720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 수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기반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072400" y="4806000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확대 로드맵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072400" y="5004000"/>
          <a:ext cx="4428000" cy="10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30240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 (7. 9.)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 → 연말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 → 50여 개 점포 목표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06799" y="6156000"/>
            <a:ext cx="9093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※ 유통산업발전법('12년) : 대형마트 영업 자정~오전 10시 제한·월 2회 의무휴업 → 전국 160여 PP센터 새벽배송 불가, 규제 완화 개정 시 새벽배송 확장 여지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