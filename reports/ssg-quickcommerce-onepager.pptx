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■ 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 퀵커머스 '2시간 배송' 서비스 도입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공략·점포 물류기지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504800"/>
            <a:ext cx="441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78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962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85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오토바이 배송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(바로퀵)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408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7864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서비스 이원화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300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배송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(소량)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+ 2시간 배송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" y="32327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(바로퀵 1만 대비 15배)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3654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이마트 배송 체계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24800" y="4014000"/>
          <a:ext cx="4265999" cy="205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6000"/>
                <a:gridCol w="1080000"/>
                <a:gridCol w="954000"/>
                <a:gridCol w="648000"/>
                <a:gridCol w="917999"/>
              </a:tblGrid>
              <a:tr h="3432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피킹·패킹 거점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규모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3200"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센터+점포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32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32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320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배송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(바로퀵)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(1만 종)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32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072400" y="1504800"/>
            <a:ext cx="441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세부 내용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78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9584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확산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181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연말 50여 개 점포, 전국 즉시배송 기반 구축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2400" y="2512800"/>
            <a:ext cx="4410000" cy="87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198400" y="2847600"/>
            <a:ext cx="4158000" cy="0"/>
          </a:xfrm>
          <a:prstGeom prst="bentConnector3">
            <a:avLst/>
          </a:prstGeom>
          <a:ln w="25400">
            <a:solidFill>
              <a:srgbClr val="000000"/>
            </a:solidFill>
            <a:prstDash val="soli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671349" y="28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8400" y="26496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8400" y="29196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24" name="Oval 23"/>
          <p:cNvSpPr/>
          <p:nvPr/>
        </p:nvSpPr>
        <p:spPr>
          <a:xfrm>
            <a:off x="6710850" y="28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7900" y="26496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7900" y="29196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지역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확대</a:t>
            </a:r>
          </a:p>
        </p:txBody>
      </p:sp>
      <p:sp>
        <p:nvSpPr>
          <p:cNvPr id="27" name="Oval 26"/>
          <p:cNvSpPr/>
          <p:nvPr/>
        </p:nvSpPr>
        <p:spPr>
          <a:xfrm>
            <a:off x="7750350" y="28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77399" y="26496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77399" y="29196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0" name="Oval 29"/>
          <p:cNvSpPr/>
          <p:nvPr/>
        </p:nvSpPr>
        <p:spPr>
          <a:xfrm>
            <a:off x="8789850" y="28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6900" y="26496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6900" y="29196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약 50개 점포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2400" y="3564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운영 방침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 7. 9.~)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70400" y="3787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접수 → 결제 후 2시간 내 배송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0400" y="40103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70400" y="42335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사륜차로 대용량·중량 상품 대응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2400" y="4636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0400" y="48600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70400" y="508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- 160여 PP센터 즉시배송 기지화·낮 가동률 제고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2400" y="54864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변수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70400" y="570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점포 물류거점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(PP센터)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새벽 불가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0400" y="59328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논의 중 → 개정 시 새벽배송 확장 여지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953600" y="1504800"/>
            <a:ext cx="0" cy="45684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