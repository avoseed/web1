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· 바로퀵 1만 · B마트 2만 종      ※ 출처 : 비즈워치 ('26. 7. 10.)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현황 및 도입 배경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48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24800" y="1800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수요 급증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023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197%↑(6월) → 온디맨드 수요 실증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2464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경쟁사도 대용량 품목 확대 추세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26136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현행 배송 체계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4800" y="2836800"/>
          <a:ext cx="4409999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52000"/>
                <a:gridCol w="1512000"/>
                <a:gridCol w="1745999"/>
              </a:tblGrid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속도 ·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4~5시간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구간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한정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· 이륜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소량, 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2800" y="4636800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즉시배송은 이륜 소량뿐, 대용량 즉시배송 공백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4800" y="4932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제약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" y="5155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유통산업발전법 → PP센터 새벽배송 불가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24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 방안 : '2시간 배송'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724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72400" y="1800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시범 운영 ('26. 7. 9.~)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0400" y="2023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양재·하남점 인근, 20시 마감 → 2시간 내 배송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400" y="22464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예약배송 병행 선택 가능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0400" y="24696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사륜차로 대용량·중량 상품 대응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2400" y="28188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서비스 세분화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400" y="30419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바로퀵(소량) / 2시간(대용량) 이원화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0400" y="32651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점포 15만 종 구색 기반 (바로퀵의 15배)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2400" y="3614399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기대 효과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0400" y="38375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대용량 즉시배송 서비스 공백 흡수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0400" y="40607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- 160여 PP센터 즉시배송 기지화·낮 가동률 제고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0400" y="42839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규제 완화 시 새벽배송 확장 여지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2400" y="4633199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확대 로드맵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72400" y="5072399"/>
            <a:ext cx="4410000" cy="0"/>
          </a:xfrm>
          <a:prstGeom prst="bentConnector3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5576850" y="502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2400" y="487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'26. 7월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2400" y="514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</a:t>
            </a:r>
          </a:p>
        </p:txBody>
      </p:sp>
      <p:sp>
        <p:nvSpPr>
          <p:cNvPr id="33" name="Oval 32"/>
          <p:cNvSpPr/>
          <p:nvPr/>
        </p:nvSpPr>
        <p:spPr>
          <a:xfrm>
            <a:off x="6679350" y="502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4900" y="487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4900" y="514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</a:t>
            </a:r>
          </a:p>
        </p:txBody>
      </p:sp>
      <p:sp>
        <p:nvSpPr>
          <p:cNvPr id="36" name="Oval 35"/>
          <p:cNvSpPr/>
          <p:nvPr/>
        </p:nvSpPr>
        <p:spPr>
          <a:xfrm>
            <a:off x="7781850" y="502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7400" y="487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77400" y="514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39" name="Oval 38"/>
          <p:cNvSpPr/>
          <p:nvPr/>
        </p:nvSpPr>
        <p:spPr>
          <a:xfrm>
            <a:off x="8884350" y="502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79900" y="487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9900" y="514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953600" y="1475999"/>
            <a:ext cx="0" cy="4086001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424800" y="5868000"/>
            <a:ext cx="9057600" cy="360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4800" y="5868000"/>
            <a:ext cx="9057600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사륜차 대용량 즉시배송으로 퀵커머스 공백 흡수 — 연말 50여 개 점포, 전국 즉시배송 기반 구축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