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8352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188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도입 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386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800" y="1565999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 (B마트도 대용량 확대 중)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1854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시범 운영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052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800" y="2232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799" y="2538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이마트·SSG닷컴 배송 서비스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799" y="2736000"/>
          <a:ext cx="90936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06799" y="4644000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취급 품목 수 비교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6799" y="4842000"/>
          <a:ext cx="4428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72400" y="4644000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확대 로드맵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72400" y="4842000"/>
          <a:ext cx="4428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06799" y="6030000"/>
            <a:ext cx="9093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