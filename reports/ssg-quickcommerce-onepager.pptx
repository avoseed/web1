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공략·점포 물류기지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504800"/>
            <a:ext cx="441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78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962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85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오토바이 배송(바로퀵) 매출 197%↑ ('26.6월)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408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8188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이마트 배송 체계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3182400"/>
          <a:ext cx="4409999" cy="192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1200"/>
                <a:gridCol w="1126800"/>
                <a:gridCol w="997200"/>
                <a:gridCol w="676800"/>
                <a:gridCol w="917999"/>
              </a:tblGrid>
              <a:tr h="320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피킹·패킹 거점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규모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20400"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센터+점포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4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4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40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 (1시간)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(1만 종)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4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(2시간)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4000" y="5230800"/>
            <a:ext cx="42408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사륜 차량 2시간 배송 통한, 서비스 공백 해소 (대용량/즉시)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56268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58500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점포 물류거점(PP센터) 새벽 불가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400" y="1504800"/>
            <a:ext cx="441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78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962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185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- 20시까지 주문 접수 → 결제 후 2시간 내 배송 완료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408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2631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사륜차로 대용량·중량 상품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2400" y="306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서비스 세분화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2831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바로퀵(소량) / 2시간(대용량) 이원화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5063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기반 (바로퀵의 15배)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2400" y="3906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0400" y="41291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0400" y="43523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- 160여 PP센터 즉시배송 기지화·낮 가동률 제고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0400" y="45755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시 새벽배송 확장 여지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2400" y="50472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70400" y="5270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연말 50여 개 점포, 전국 즉시배송 기반 구축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72400" y="5821199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576850" y="57744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72400" y="56232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2400" y="58931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34" name="Oval 33"/>
          <p:cNvSpPr/>
          <p:nvPr/>
        </p:nvSpPr>
        <p:spPr>
          <a:xfrm>
            <a:off x="6679350" y="57744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4900" y="56232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900" y="58931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지역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확대</a:t>
            </a:r>
          </a:p>
        </p:txBody>
      </p:sp>
      <p:sp>
        <p:nvSpPr>
          <p:cNvPr id="37" name="Oval 36"/>
          <p:cNvSpPr/>
          <p:nvPr/>
        </p:nvSpPr>
        <p:spPr>
          <a:xfrm>
            <a:off x="7781850" y="57744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77400" y="56232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7400" y="58931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40" name="Oval 39"/>
          <p:cNvSpPr/>
          <p:nvPr/>
        </p:nvSpPr>
        <p:spPr>
          <a:xfrm>
            <a:off x="8884350" y="57744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79900" y="56232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9900" y="58931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약 50개 점포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953600" y="1504800"/>
            <a:ext cx="0" cy="472320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