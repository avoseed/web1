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00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 속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073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 소량 한정 → 대용량 공백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472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197%↑(6월) → 수요 실증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8008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체계의 한계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3074399"/>
          <a:ext cx="4409999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2000"/>
                <a:gridCol w="1512000"/>
                <a:gridCol w="1745999"/>
              </a:tblGrid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 ·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4~5시간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· 이륜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소량, 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4800" y="49824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800" y="52560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PP센터 새벽배송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72400" y="1800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400" y="2073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주문 마감 → 2시간 내 배송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3472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6208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사륜차 활용, 대용량·중량 대응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2400" y="3074399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0400" y="33479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공백 흡수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6215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→ 즉시배송 확장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8951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PP센터 낮 시간대 가동률 제고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2400" y="4348799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72400" y="4838400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55768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724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24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29" name="Oval 28"/>
          <p:cNvSpPr/>
          <p:nvPr/>
        </p:nvSpPr>
        <p:spPr>
          <a:xfrm>
            <a:off x="66793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49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49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2" name="Oval 31"/>
          <p:cNvSpPr/>
          <p:nvPr/>
        </p:nvSpPr>
        <p:spPr>
          <a:xfrm>
            <a:off x="77818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74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774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5" name="Oval 34"/>
          <p:cNvSpPr/>
          <p:nvPr/>
        </p:nvSpPr>
        <p:spPr>
          <a:xfrm>
            <a:off x="88843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99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99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600" y="1475999"/>
            <a:ext cx="0" cy="4086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