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197%↑(6월)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667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890800"/>
          <a:ext cx="4409999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90000"/>
                <a:gridCol w="827999"/>
                <a:gridCol w="1098000"/>
                <a:gridCol w="576000"/>
                <a:gridCol w="918000"/>
              </a:tblGrid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+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(새벽)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한정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(점포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7987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1299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353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14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706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706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