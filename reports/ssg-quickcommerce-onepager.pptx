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4800" y="1475999"/>
            <a:ext cx="792000" cy="52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4800" y="1475999"/>
            <a:ext cx="792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4800" y="1519200"/>
            <a:ext cx="8157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퀵커머스는 소량 한정 → 3~4인 가구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4800" y="1717199"/>
            <a:ext cx="8157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197%↑(6월, 1월比) → 온디맨드 수요 실증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800" y="2106000"/>
            <a:ext cx="792000" cy="70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4800" y="2106000"/>
            <a:ext cx="792000" cy="7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4800" y="2106000"/>
            <a:ext cx="2647199" cy="70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4800" y="2160000"/>
            <a:ext cx="264719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배송 속도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4800" y="2322000"/>
            <a:ext cx="26471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결제 후 2시간 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4800" y="2538000"/>
            <a:ext cx="264719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20시 주문 마감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79999" y="2106000"/>
            <a:ext cx="2647199" cy="70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79999" y="2160000"/>
            <a:ext cx="264719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운송·적재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9999" y="2322000"/>
            <a:ext cx="26471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사륜차 대용량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9999" y="2538000"/>
            <a:ext cx="264719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중량 상품 즉시 배송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5199" y="2106000"/>
            <a:ext cx="2647199" cy="70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5199" y="2160000"/>
            <a:ext cx="264719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상품 구색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5199" y="2322000"/>
            <a:ext cx="264719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약 15만 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5199" y="2538000"/>
            <a:ext cx="264719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바로퀵 1만 · B마트 2만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4800" y="2916000"/>
            <a:ext cx="792000" cy="1800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00" y="2916000"/>
            <a:ext cx="792000" cy="18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체계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324800" y="2916000"/>
          <a:ext cx="8157599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/>
                <a:gridCol w="1655999"/>
                <a:gridCol w="864000"/>
                <a:gridCol w="1188000"/>
                <a:gridCol w="3153600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(3km)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424800" y="4823999"/>
            <a:ext cx="792000" cy="70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4800" y="4823999"/>
            <a:ext cx="792000" cy="7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로드맵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4800" y="4823999"/>
            <a:ext cx="1958400" cy="702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4800" y="4878000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4800" y="5039999"/>
            <a:ext cx="1958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양재·하남 시범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4800" y="5255999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9. 개시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91200" y="4823999"/>
            <a:ext cx="1958400" cy="70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91200" y="4878000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8월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1200" y="5039999"/>
            <a:ext cx="1958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1200" y="5255999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주요 지역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57600" y="4823999"/>
            <a:ext cx="1958400" cy="70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57600" y="4878000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7600" y="5039999"/>
            <a:ext cx="1958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7600" y="5255999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쓱배송 권역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23999" y="4823999"/>
            <a:ext cx="1958400" cy="70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23999" y="4878000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23999" y="5039999"/>
            <a:ext cx="19584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개 점포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23999" y="5255999"/>
            <a:ext cx="19584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운영 목표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4800" y="5688000"/>
            <a:ext cx="9057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 : 영업 0~10시 제한·월 2회 휴업 → PP센터 새벽배송 불가 (규제 완화 시 확장 여지)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