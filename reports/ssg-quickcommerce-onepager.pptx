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품목: 이마트 15만 · 바로퀵 1만 종      ※ 출처: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94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424800" y="1699200"/>
            <a:ext cx="2803200" cy="522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800" y="1699200"/>
            <a:ext cx="26232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8000" y="1699200"/>
            <a:ext cx="324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1999" y="1699200"/>
            <a:ext cx="2803200" cy="522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1999" y="1699200"/>
            <a:ext cx="26232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즉시배송 시장 대용량 품목 확대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200" y="1699200"/>
            <a:ext cx="3240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9199" y="1699200"/>
            <a:ext cx="2803200" cy="522000"/>
          </a:xfrm>
          <a:prstGeom prst="rect">
            <a:avLst/>
          </a:prstGeom>
          <a:solidFill>
            <a:srgbClr val="EA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9199" y="1699200"/>
            <a:ext cx="2623200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기존 라인업, '빠름 × 대용량' 부재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800" y="2412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" y="2664000"/>
            <a:ext cx="468468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거점: 유휴 점포 PP센터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(반경 내 즉시 출고)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800" y="3006000"/>
            <a:ext cx="468468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운송: 쓱배송 사륜차 → 대용량·중량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800" y="3347999"/>
            <a:ext cx="468468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운영: 20시 마감 → 2시간 내 배송 완료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(기존 예약배송 병행)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800" y="3689999"/>
            <a:ext cx="4684680" cy="34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규모: 약 15만 종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7480" y="2628000"/>
          <a:ext cx="3994918" cy="192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8476"/>
                <a:gridCol w="1398221"/>
                <a:gridCol w="1398221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속도＼물량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(당일 1~2H)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79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(익일~)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없음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주간·새벽·트레이더스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0" name="Connector 19"/>
          <p:cNvCxnSpPr/>
          <p:nvPr/>
        </p:nvCxnSpPr>
        <p:spPr>
          <a:xfrm>
            <a:off x="5397480" y="2628000"/>
            <a:ext cx="0" cy="19260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4800" y="4698000"/>
            <a:ext cx="9057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24800" y="5119200"/>
            <a:ext cx="9057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506600" y="50687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00" y="4914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00" y="5183999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26" name="Oval 25"/>
          <p:cNvSpPr/>
          <p:nvPr/>
        </p:nvSpPr>
        <p:spPr>
          <a:xfrm>
            <a:off x="3771000" y="50687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89200" y="4914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89200" y="5183999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29" name="Oval 28"/>
          <p:cNvSpPr/>
          <p:nvPr/>
        </p:nvSpPr>
        <p:spPr>
          <a:xfrm>
            <a:off x="6035400" y="50687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3600" y="4914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3600" y="5183999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2" name="Oval 31"/>
          <p:cNvSpPr/>
          <p:nvPr/>
        </p:nvSpPr>
        <p:spPr>
          <a:xfrm>
            <a:off x="8299800" y="5068799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18000" y="4914000"/>
            <a:ext cx="2264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8000" y="5183999"/>
            <a:ext cx="2264400" cy="41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4800" y="5669999"/>
            <a:ext cx="9057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