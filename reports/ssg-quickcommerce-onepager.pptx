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 퀵커머스 '2시간 배송' 서비스 도입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시범 도입 — 점포 물류거점화로 대용량 즉시배송 공백 공략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종      ※ 출처 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8~10)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96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8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408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(배경)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B마트 등 즉시배송 시장 전반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39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29628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바로퀵, 소량·즉석식 한정 → 대용량 즉시배송 수요 미충족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31860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배송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+ 2시간 배송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3409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 1만 종 대비 15배)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800" y="3740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이마트 배송 체계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24800" y="3981599"/>
          <a:ext cx="4265999" cy="1976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6000"/>
                <a:gridCol w="1080000"/>
                <a:gridCol w="954000"/>
                <a:gridCol w="648000"/>
                <a:gridCol w="917999"/>
              </a:tblGrid>
              <a:tr h="329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피킹·패킹 거점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294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센터+점포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4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배송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(바로퀵)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4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724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24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72400" y="1962000"/>
            <a:ext cx="441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운영 방침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9.~)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286000"/>
            <a:ext cx="42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2시간 내 배송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610000"/>
            <a:ext cx="42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 활용 →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0400" y="2934000"/>
            <a:ext cx="42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258000"/>
            <a:ext cx="42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기존 점포·인력 재활용형 서비스 → 신규 자산 투자 최소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2400" y="3708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확산 로드맵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2400" y="3960000"/>
            <a:ext cx="4410000" cy="139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198400" y="4474800"/>
            <a:ext cx="41580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671349" y="44280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8400" y="42768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98400" y="45468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29" name="Oval 28"/>
          <p:cNvSpPr/>
          <p:nvPr/>
        </p:nvSpPr>
        <p:spPr>
          <a:xfrm>
            <a:off x="6710850" y="44280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7900" y="42768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7900" y="45468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</a:t>
            </a:r>
          </a:p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32" name="Oval 31"/>
          <p:cNvSpPr/>
          <p:nvPr/>
        </p:nvSpPr>
        <p:spPr>
          <a:xfrm>
            <a:off x="7750350" y="44280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7399" y="42768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77399" y="45468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</a:t>
            </a:r>
          </a:p>
        </p:txBody>
      </p:sp>
      <p:sp>
        <p:nvSpPr>
          <p:cNvPr id="35" name="Oval 34"/>
          <p:cNvSpPr/>
          <p:nvPr/>
        </p:nvSpPr>
        <p:spPr>
          <a:xfrm>
            <a:off x="8789850" y="44280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6900" y="42768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6900" y="45468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2400" y="5533200"/>
            <a:ext cx="4410000" cy="2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점포를 물류거점으로 재정의, 유휴 PP센터 가동률 활용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0400" y="5813999"/>
            <a:ext cx="4212000" cy="2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→ 연말 50여 점 본격 확산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(전국 즉시배송 기반 구축)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53600" y="1504800"/>
            <a:ext cx="0" cy="44532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