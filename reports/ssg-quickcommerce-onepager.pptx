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759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도입 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6739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퀵커머스(바로퀵)는 적재량 한계로 소량 배송에 한정 → 대형마트 주력인 3~4인 가구 대용량 장보기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800" y="18467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6월 매출 1월 대비 197% 증가로 온디맨드 수요 실증 → 1시간(소량·이륜차) / 2시간(대용량·사륜차) 세분화 대응 (B마트도 대용량 확대 중)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1996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시범 운영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00" y="23975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 병행 선택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800" y="2570399"/>
            <a:ext cx="8895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 차량 활용으로 무거운 대용량 상품까지 즉시 배송 — 점포당 약 15만 종 상품이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799" y="2923199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이마트·SSG닷컴 배송 서비스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799" y="3121200"/>
          <a:ext cx="9093600" cy="162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7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06799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취급 품목 수 비교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6799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072400" y="4921199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□ 확대 로드맵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72400" y="5119200"/>
          <a:ext cx="4428000" cy="93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3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34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06799" y="6235200"/>
            <a:ext cx="90936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