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[동향]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물류거점화로 대용량 즉시배송 선점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'2시간 배송' 양재·하남 시범 </a:t>
            </a:r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(7.9~)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연말 50여 점 · 유휴 PP센터 재활용 저비용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종      ※ 출처 : 비즈워치 · 머니투데이 · 한국경제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3969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800" y="17351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(미검증)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0" y="19655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(배경)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B마트 등 즉시배송 시장 대용량 품목 확대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95999"/>
            <a:ext cx="377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라인업 '빠름 × 대용량' 부재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24800" y="2552399"/>
          <a:ext cx="3969000" cy="3333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90700"/>
                <a:gridCol w="1389150"/>
                <a:gridCol w="1389150"/>
              </a:tblGrid>
              <a:tr h="342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속도＼물량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149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빠름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(당일 1~2H)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(1H)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2시간 배송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1495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</a:t>
                      </a:r>
                    </a:p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(익일~)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주간·새벽·트레이더스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31400" y="1504800"/>
            <a:ext cx="4851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9400" y="17424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거점 : 유휴 점포 PP센터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(반경 내 즉시 출고)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9400" y="19800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운송 : 쓱배송 사륜차 → 대용량·중량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9400" y="22176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운영 : 20시 마감 → 2시간 내 배송 완료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(예약배송 병행)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9400" y="2455200"/>
            <a:ext cx="4653000" cy="23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규모 : 약 15만 종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(바로퀵 1만 종 대비 15배)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1400" y="2800800"/>
            <a:ext cx="485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계획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03400" y="3175200"/>
            <a:ext cx="0" cy="2404799"/>
          </a:xfrm>
          <a:prstGeom prst="bentConnector3">
            <a:avLst/>
          </a:prstGeom>
          <a:ln w="22225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656600" y="31284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65400" y="30672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1399" y="30672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도입</a:t>
            </a:r>
          </a:p>
        </p:txBody>
      </p:sp>
      <p:sp>
        <p:nvSpPr>
          <p:cNvPr id="20" name="Oval 19"/>
          <p:cNvSpPr/>
          <p:nvPr/>
        </p:nvSpPr>
        <p:spPr>
          <a:xfrm>
            <a:off x="4656600" y="39300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65400" y="38688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1399" y="38688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23" name="Oval 22"/>
          <p:cNvSpPr/>
          <p:nvPr/>
        </p:nvSpPr>
        <p:spPr>
          <a:xfrm>
            <a:off x="4656600" y="47316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5400" y="4670400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1399" y="4670400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6" name="Oval 25"/>
          <p:cNvSpPr/>
          <p:nvPr/>
        </p:nvSpPr>
        <p:spPr>
          <a:xfrm>
            <a:off x="4656600" y="55331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5400" y="5471999"/>
            <a:ext cx="720000" cy="1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1399" y="5471999"/>
            <a:ext cx="3861000" cy="2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1400" y="5742000"/>
            <a:ext cx="4851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(리드)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유휴 PP센터 재활용 → 신규 투자 최소 · 저비용 급속 확산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12600" y="1504800"/>
            <a:ext cx="0" cy="43812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