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내 배송' 시범 도입 — 대용량 장보기 공략, 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000" y="846000"/>
            <a:ext cx="11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(기준 : '26. 7월)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1/1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799" y="1475999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도입 배경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4800" y="16739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퀵커머스(바로퀵)는 적재량 한계로 소량 배송에 한정 → 대형마트 주력인 3~4인 가구 대용량 장보기 공백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4800" y="18467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6월 매출 1월 대비 197% 증가로 온디맨드 수요 실증 → 1시간(소량·이륜차) / 2시간(대용량·사륜차) 세분화 대응 (B마트도 대용량 확대 중)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799" y="2199600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시범 운영 개요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4800" y="23975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오후 8시까지 주문 시 결제 시점 기준 2시간 내 배송 완료, 기존 예약배송 병행 선택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800" y="25703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 차량 활용으로 무거운 대용량 상품까지 즉시 배송 — 점포당 약 15만 종 상품이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799" y="2923199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이마트·SSG닷컴 배송 서비스 비교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06799" y="3121200"/>
          <a:ext cx="9093600" cy="162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1908000"/>
                <a:gridCol w="900000"/>
                <a:gridCol w="1296000"/>
                <a:gridCol w="3585600"/>
              </a:tblGrid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 (구간당 4~5시간)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시간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취급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물류센터 '네오' 한정 (PP센터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쓱배송의 한 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내외 (반경 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소량·1~2인 가구, 6월 매출 1월比 197%↑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이내 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 기반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06799" y="4921199"/>
            <a:ext cx="4428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취급 품목 수 비교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06799" y="5119200"/>
          <a:ext cx="4428000" cy="93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0000"/>
                <a:gridCol w="1296000"/>
                <a:gridCol w="1872000"/>
              </a:tblGrid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품목 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기반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 한계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1위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072400" y="4921199"/>
            <a:ext cx="4428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확대 로드맵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072400" y="5119200"/>
          <a:ext cx="4428000" cy="93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3024000"/>
              </a:tblGrid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양재·하남점 시범 운영 (7. 9.)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 → 연말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확대 → 50여 개 점포 목표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06799" y="6235200"/>
            <a:ext cx="9093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※ 유통산업발전법('12년) : 대형마트 영업 자정~오전 10시 제한·월 2회 의무휴업 → 전국 160여 PP센터 새벽배송 불가, 규제 완화 개정 시 새벽배송 확장 여지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