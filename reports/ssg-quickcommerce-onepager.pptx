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■ 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이마트 퀵커머스 '2시간 배송' 서비스 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양재·하남점 '2시간 배송' 시범 도입 — 대용량 장보기 공략·점포 물류기지 가동률 제고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취급 품목 : 이마트 15만 · 바로퀵 1만 · B마트 2만 종      ※ 출처 : 비즈워치 ('26. 7. 10.)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504800"/>
            <a:ext cx="441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현황 및 배경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4800" y="1789200"/>
            <a:ext cx="4410000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4800" y="19620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퀵커머스 수요 급증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00" y="21852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- 1시간 오토바이 배송(바로퀵) 매출 197%↑ ('26.6월)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800" y="24084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B마트 등 경쟁사도 대용량 품목 확대 추세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27864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퀵커머스 서비스 이원화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00" y="30096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- 1시간 배송(소량) + 2시간 배송(대용량) 이원화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" y="3232799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점포 15만 종 구색 기반 (바로퀵 1만 대비 15배)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800" y="36540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이마트 배송 체계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4800" y="4014000"/>
          <a:ext cx="4409999" cy="19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1200"/>
                <a:gridCol w="1126800"/>
                <a:gridCol w="997200"/>
                <a:gridCol w="676800"/>
                <a:gridCol w="917999"/>
              </a:tblGrid>
              <a:tr h="320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피킹·패킹 거점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운송 수단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취급 규모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2040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센터+점포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400"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새벽배송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400"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트레이더스 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4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퀵커머스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배송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(바로퀵)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점포 (반경 3km)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 (1만 종)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400">
                <a:tc vMerge="1">
                  <a:txBody>
                    <a:bodyPr wrap="square"/>
                    <a:lstStyle/>
                    <a:p/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206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72400" y="1504800"/>
            <a:ext cx="441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서비스 세부 내용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72400" y="1789200"/>
            <a:ext cx="4410000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72400" y="19584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확산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400" y="21816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연말 50여 개 점포, 전국 즉시배송 기반 구축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2400" y="2512800"/>
            <a:ext cx="4410000" cy="87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98400" y="2847600"/>
            <a:ext cx="4158000" cy="0"/>
          </a:xfrm>
          <a:prstGeom prst="bentConnector3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671349" y="2800800"/>
            <a:ext cx="93600" cy="93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8400" y="2649600"/>
            <a:ext cx="10395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'26. 7월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8400" y="2919600"/>
            <a:ext cx="10395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양재·하남점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24" name="Oval 23"/>
          <p:cNvSpPr/>
          <p:nvPr/>
        </p:nvSpPr>
        <p:spPr>
          <a:xfrm>
            <a:off x="6710850" y="2800800"/>
            <a:ext cx="93600" cy="93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7900" y="2649600"/>
            <a:ext cx="10395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8월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7900" y="2919600"/>
            <a:ext cx="10395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서울 지역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확대</a:t>
            </a:r>
          </a:p>
        </p:txBody>
      </p:sp>
      <p:sp>
        <p:nvSpPr>
          <p:cNvPr id="27" name="Oval 26"/>
          <p:cNvSpPr/>
          <p:nvPr/>
        </p:nvSpPr>
        <p:spPr>
          <a:xfrm>
            <a:off x="7750350" y="2800800"/>
            <a:ext cx="93600" cy="93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7399" y="2649600"/>
            <a:ext cx="10395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9월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7399" y="2919600"/>
            <a:ext cx="10395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전국 확대</a:t>
            </a:r>
          </a:p>
        </p:txBody>
      </p:sp>
      <p:sp>
        <p:nvSpPr>
          <p:cNvPr id="30" name="Oval 29"/>
          <p:cNvSpPr/>
          <p:nvPr/>
        </p:nvSpPr>
        <p:spPr>
          <a:xfrm>
            <a:off x="8789850" y="2800800"/>
            <a:ext cx="93600" cy="93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6900" y="2649600"/>
            <a:ext cx="10395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6900" y="2919600"/>
            <a:ext cx="10395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약 50개 점포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2400" y="35640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운영 방침 ('26. 7. 9.~)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0400" y="37872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- 20시까지 주문 접수 → 결제 후 2시간 내 배송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0400" y="4010399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기존 예약배송 병행 선택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0400" y="4233599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쓱배송 사륜차로 대용량·중량 상품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2400" y="46368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기대 효과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0400" y="48600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대용량 즉시배송 서비스 공백 흡수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0400" y="50832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- 160여 PP센터 즉시배송 기지화·낮 가동률 제고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2400" y="5486400"/>
            <a:ext cx="4410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규제 변수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0400" y="57096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유통산업발전법 → 점포 물류거점(PP센터) 새벽 불가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0400" y="5932800"/>
            <a:ext cx="4212000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규제 완화 논의 중 → 개정 시 새벽배송 확장 여지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53600" y="1504800"/>
            <a:ext cx="0" cy="472320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