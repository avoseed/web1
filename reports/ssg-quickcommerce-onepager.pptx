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424800" y="1494000"/>
            <a:ext cx="5196959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4800" y="1494000"/>
            <a:ext cx="5196959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800" y="1864800"/>
            <a:ext cx="5196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수요 급증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800" y="20448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2248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즉시배송 시장, 대용량 품목 확대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4048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온디맨드 대용량 장보기 수요 대두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671200"/>
            <a:ext cx="5196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28512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바로퀵은 소량·즉석식 한정 → 대용량 미충족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30312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/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32112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약 15만 종 구색으로 대용량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800" y="3477600"/>
            <a:ext cx="5196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이마트 배송 체계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24800" y="3672000"/>
          <a:ext cx="5196958" cy="19259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00"/>
                <a:gridCol w="1440000"/>
                <a:gridCol w="1116000"/>
                <a:gridCol w="503999"/>
                <a:gridCol w="1560959"/>
              </a:tblGrid>
              <a:tr h="32099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20999">
                <a:tc rowSpan="3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구간당 4~5H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999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999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999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1004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017759" y="1494000"/>
            <a:ext cx="346464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17759" y="1494000"/>
            <a:ext cx="346464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세부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7759" y="1864800"/>
            <a:ext cx="3464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운영 방침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5759" y="2052000"/>
            <a:ext cx="3266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마감 → 2시간 내 배송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5759" y="2239200"/>
            <a:ext cx="3266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(대용량·중량 대응)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5759" y="2426400"/>
            <a:ext cx="3266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5759" y="2613600"/>
            <a:ext cx="3266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유휴 PP센터 재활용형 서비스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7759" y="2887200"/>
            <a:ext cx="346464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확산 로드맵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9759" y="3189600"/>
            <a:ext cx="0" cy="1890000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042959" y="31427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1759" y="30276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1759" y="30276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28" name="Oval 27"/>
          <p:cNvSpPr/>
          <p:nvPr/>
        </p:nvSpPr>
        <p:spPr>
          <a:xfrm>
            <a:off x="6042959" y="37727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1759" y="36576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71759" y="36576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31" name="Oval 30"/>
          <p:cNvSpPr/>
          <p:nvPr/>
        </p:nvSpPr>
        <p:spPr>
          <a:xfrm>
            <a:off x="6042959" y="44027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51759" y="42876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1759" y="42876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4" name="Oval 33"/>
          <p:cNvSpPr/>
          <p:nvPr/>
        </p:nvSpPr>
        <p:spPr>
          <a:xfrm>
            <a:off x="6042959" y="50327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1759" y="49176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1759" y="49176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17759" y="5220000"/>
            <a:ext cx="3464640" cy="378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17759" y="5220000"/>
            <a:ext cx="3464640" cy="3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유휴 PP센터 재활용 → 신규 투자 최소 · 저비용 급속 확산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9759" y="1494000"/>
            <a:ext cx="0" cy="41040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24800" y="5760000"/>
            <a:ext cx="9057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품목: 이마트 15만 · 바로퀵 1만 종      ※ 출처: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