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6739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18467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시범 운영 개요 (7. 9. 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00" y="16739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400" y="18467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대용량·중량 상품 즉시 배송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800" y="21996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이마트·SSG닷컴 배송 서비스 비교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24800" y="2397599"/>
          <a:ext cx="9057600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496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(3km)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24800" y="4377600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취급 품목 수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4575600"/>
          <a:ext cx="4410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5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72400" y="4377600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72400" y="4575600"/>
          <a:ext cx="4410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06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4800" y="5691600"/>
            <a:ext cx="9057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 : 영업 0~10시 제한·월 2회 휴업 → PP센터 새벽배송 불가 (규제 완화 시 확장 여지)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