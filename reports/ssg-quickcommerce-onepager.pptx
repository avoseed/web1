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4800" y="1475999"/>
            <a:ext cx="44100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4800" y="1475999"/>
            <a:ext cx="44100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2시간 배송 도입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2400" y="1475999"/>
            <a:ext cx="44100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400" y="1475999"/>
            <a:ext cx="44100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배송 체계 및 확대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800" y="1871999"/>
            <a:ext cx="4410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도입 배경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800" y="20448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 → 대용량 공백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22176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수요 실증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800" y="2588400"/>
            <a:ext cx="4410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 개시)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" y="27612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결제 후 2시간 내 배송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29340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예약배송 병행, 사륜차 대용량 대응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24800" y="3304800"/>
          <a:ext cx="4410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000"/>
                <a:gridCol w="1224000"/>
                <a:gridCol w="1962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72400" y="1871999"/>
          <a:ext cx="44100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000"/>
                <a:gridCol w="1404000"/>
                <a:gridCol w="1782000"/>
              </a:tblGrid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대용량, 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072400" y="3653999"/>
            <a:ext cx="4410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3826799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- 7월 양재·하남 → 8월 서울 → 9월 전국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39996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연말 50여 개 점포 운영 목표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2400" y="4370400"/>
            <a:ext cx="4410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이슈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0400" y="45432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유통법 영업 제한 → PP센터 새벽 불가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47160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4800" y="5086800"/>
            <a:ext cx="4410000" cy="324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00" y="5086800"/>
            <a:ext cx="4410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2400" y="5086800"/>
            <a:ext cx="4410000" cy="324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2400" y="5086800"/>
            <a:ext cx="4410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연말 50여 개 점포 — 전국 즉시배송 기반 구축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953600" y="1475999"/>
            <a:ext cx="0" cy="39348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