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424800" y="1494000"/>
            <a:ext cx="5196959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4800" y="1494000"/>
            <a:ext cx="5196959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800" y="1879200"/>
            <a:ext cx="5196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수요 급증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" y="2088000"/>
            <a:ext cx="4998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296800"/>
            <a:ext cx="4998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시장, 대용량 품목 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505600"/>
            <a:ext cx="4998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온디맨드 대용량 장보기 수요 대두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29600"/>
            <a:ext cx="5196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3038400"/>
            <a:ext cx="4998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바로퀵은 소량·즉석식 한정 → 대용량 미충족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3247200"/>
            <a:ext cx="4998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3456000"/>
            <a:ext cx="4998959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약 15만 종 구색으로 대용량 대응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00" y="3780000"/>
            <a:ext cx="519695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이마트 배송 체계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24800" y="3999600"/>
          <a:ext cx="5196958" cy="21203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00"/>
                <a:gridCol w="1440000"/>
                <a:gridCol w="1116000"/>
                <a:gridCol w="503999"/>
                <a:gridCol w="1560959"/>
              </a:tblGrid>
              <a:tr h="35339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53399">
                <a:tc rowSpan="3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구간당 4~5H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3399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3399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3399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3404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017759" y="1494000"/>
            <a:ext cx="346464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17759" y="1494000"/>
            <a:ext cx="346464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7759" y="1879200"/>
            <a:ext cx="346464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운영 방침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5759" y="2088000"/>
            <a:ext cx="326664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마감 → 2시간 내 배송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5759" y="2296800"/>
            <a:ext cx="326664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(대용량·중량 대응)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5759" y="2505600"/>
            <a:ext cx="326664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5759" y="2714400"/>
            <a:ext cx="326664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유휴 PP센터 재활용형 서비스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7759" y="3038400"/>
            <a:ext cx="346464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확산 로드맵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9759" y="3366000"/>
            <a:ext cx="0" cy="2260800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042959" y="3319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1759" y="3204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1759" y="32040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28" name="Oval 27"/>
          <p:cNvSpPr/>
          <p:nvPr/>
        </p:nvSpPr>
        <p:spPr>
          <a:xfrm>
            <a:off x="6042959" y="4072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1759" y="39576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1759" y="39576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1" name="Oval 30"/>
          <p:cNvSpPr/>
          <p:nvPr/>
        </p:nvSpPr>
        <p:spPr>
          <a:xfrm>
            <a:off x="6042959" y="4826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51759" y="47112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1759" y="47112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4" name="Oval 33"/>
          <p:cNvSpPr/>
          <p:nvPr/>
        </p:nvSpPr>
        <p:spPr>
          <a:xfrm>
            <a:off x="6042959" y="55799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1759" y="54648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1759" y="5464800"/>
            <a:ext cx="251064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17759" y="5706000"/>
            <a:ext cx="3464640" cy="413999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17759" y="5706000"/>
            <a:ext cx="3464640" cy="413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유휴 PP센터 재활용 → 신규 투자 최소 · 저비용 급속 확산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9759" y="1494000"/>
            <a:ext cx="0" cy="46260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24800" y="6292800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