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9057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도입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800" y="1673999"/>
            <a:ext cx="8859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이륜차 퀵커머스는 소량 한정 → 3~4인 가구 대용량 장보기 공백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800" y="1846799"/>
            <a:ext cx="8859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197%↑(6월, 1월比) → 온디맨드 수요 실증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4800" y="2199600"/>
            <a:ext cx="9057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시범 운영 개요 ('26. 7. 9. 개시)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397599"/>
            <a:ext cx="8859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- 20시까지 주문 → 결제 후 2시간 내 배송, 예약배송 병행 가능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800" y="2570399"/>
            <a:ext cx="8859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사륜차로 대용량·중량 상품 즉시 배송 (약 15만 종 기반)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800" y="2923199"/>
            <a:ext cx="9057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이마트·SSG닷컴 배송 서비스 비교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24800" y="3121200"/>
          <a:ext cx="9057600" cy="162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4000"/>
                <a:gridCol w="1908000"/>
                <a:gridCol w="900000"/>
                <a:gridCol w="1296000"/>
                <a:gridCol w="3549600"/>
              </a:tblGrid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속도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 (4~5시간)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한정 (PP센터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 (3km)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소량·1~2인 가구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내 (20시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24800" y="49211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취급 품목 수 비교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24800" y="5119200"/>
          <a:ext cx="4410000" cy="93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0000"/>
                <a:gridCol w="1296000"/>
                <a:gridCol w="1854000"/>
              </a:tblGrid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품목 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기반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 적재 한계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B마트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 1위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072400" y="49211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확대 로드맵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072400" y="5119200"/>
          <a:ext cx="4410000" cy="93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4000"/>
                <a:gridCol w="3006000"/>
              </a:tblGrid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7월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양재·하남점 시범 운영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8월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주요 지역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9월 → 연말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전국 확대 → 50여 개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24800" y="6235200"/>
            <a:ext cx="9057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※ 유통산업발전법 : 영업 0~10시 제한·월 2회 휴업 → PP센터 새벽배송 불가 (규제 완화 시 확장 여지)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