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도입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6739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퀵커머스(바로퀵)는 적재량 한계로 소량 배송에 한정 → 대형마트 주력인 3~4인 가구 대용량 장보기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800" y="18467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6월 매출 1월 대비 197% 증가로 온디맨드 수요 실증 → 1시간(소량·이륜차) / 2시간(대용량·사륜차) 세분화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1996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시범 운영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800" y="23975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 병행 선택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800" y="25703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 차량 활용으로 무거운 대용량 상품까지 즉시 배송 — 점포당 약 15만 종 상품이 기반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99" y="29231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이마트·SSG닷컴 배송 서비스 비교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06799" y="3121200"/>
          <a:ext cx="9093600" cy="162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856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물류센터 '네오'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 (반경 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가구, 6월 매출 1월比 197%↑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 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06799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취급 품목 수 비교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06799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72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072400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72400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24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 (7. 9.)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 목표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06799" y="6235200"/>
            <a:ext cx="9093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자정~오전 10시 제한·월 2회 의무휴업 → 전국 160여 PP센터 새벽배송 불가, 규제 완화 개정 시 새벽배송 확장 여지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