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24800" y="1475999"/>
          <a:ext cx="9057600" cy="16559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49600"/>
              </a:tblGrid>
              <a:tr h="275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275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구간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5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한정 (PP센터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5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599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 (3km)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6004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내 (20시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4800" y="3330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 배경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4800" y="3553199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24800" y="3636000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대용량 장보기 공백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38231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 소량 한정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4010399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온디맨드 수요 실증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41975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197%↑ (6월)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3199" y="3330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시범 운영 ('26. 7. 9.~)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3199" y="3553199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23199" y="3636000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2시간 내 배송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199" y="38231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 주문 마감, 예약배송 병행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199" y="4010399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사륜차 대용량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1199" y="41975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기반 즉시배송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1599" y="3330000"/>
            <a:ext cx="28608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 로드맵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21599" y="3553199"/>
            <a:ext cx="28608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21599" y="3636000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전국 확대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9599" y="38231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- 8월 서울 → 9월 전국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9599" y="4010399"/>
            <a:ext cx="2662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 목표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1599" y="4197599"/>
            <a:ext cx="2860800" cy="18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변수 : PP센터 새벽 불가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04399" y="3366000"/>
            <a:ext cx="0" cy="1018799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02800" y="3366000"/>
            <a:ext cx="0" cy="1018799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24800" y="4582799"/>
            <a:ext cx="9057600" cy="324000"/>
          </a:xfrm>
          <a:prstGeom prst="rect">
            <a:avLst/>
          </a:prstGeom>
          <a:solidFill>
            <a:srgbClr val="00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4800" y="4582799"/>
            <a:ext cx="9057600" cy="32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사륜차 대용량 즉시배송으로 퀵커머스 공백 흡수 — 연말 50여 개 점포, 전국 즉시배송 기반 구축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