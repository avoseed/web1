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배송(바로퀵) 매출 197%↑(6월)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036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2926800"/>
          <a:ext cx="4409999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1512000"/>
                <a:gridCol w="1745999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물류센터 '네오' 한정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7268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소량뿐, 대용량 즉시배송 공백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02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24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물류거점(PP센터) 새벽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양재·하남점 인근, 20시 마감 → 2시간 내 배송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55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2908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세분화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131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바로퀵(소량) / 2시간(대용량) 이원화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355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(바로퀵의 15배)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37043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400" y="3927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0400" y="4150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0400" y="4373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7231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72400" y="5162399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576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2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2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3" name="Oval 32"/>
          <p:cNvSpPr/>
          <p:nvPr/>
        </p:nvSpPr>
        <p:spPr>
          <a:xfrm>
            <a:off x="6679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4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4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7781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9" name="Oval 38"/>
          <p:cNvSpPr/>
          <p:nvPr/>
        </p:nvSpPr>
        <p:spPr>
          <a:xfrm>
            <a:off x="8884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9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9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53600" y="1475999"/>
            <a:ext cx="0" cy="4050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