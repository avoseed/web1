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[이마트 퀵커머스]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SSG닷컴 '2시간 배송' 도입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'2시간 배송' 시범 도입 — 대용량 장보기 공략·점포 물류기지 가동률 제고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 : 이마트 15만 · 바로퀵 1만 · B마트 2만 종      ※ 출처 : 비즈워치 ('26. 7. 10.)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4800" y="1475999"/>
            <a:ext cx="441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현황 및 도입 배경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4800" y="1699200"/>
            <a:ext cx="4410000" cy="0"/>
          </a:xfrm>
          <a:prstGeom prst="bentConnector3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24800" y="18900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퀵커머스 수요 급증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800" y="21132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- 1시간 오토바이 배송(바로퀵) 매출 197%↑(6월)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800" y="23364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B마트 등 경쟁사도 대용량 품목 확대 추세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800" y="27036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현행 배송 체계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24800" y="2926800"/>
          <a:ext cx="4410000" cy="172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80000"/>
                <a:gridCol w="1404000"/>
                <a:gridCol w="666000"/>
                <a:gridCol w="1260000"/>
              </a:tblGrid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 형태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규모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 (2~5개 구간)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가능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 (자체 센터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'네오' 한정)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가능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가능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 (1시간 내)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 (약 1만 종)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22800" y="4726800"/>
            <a:ext cx="42120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→ 즉시배송은 이륜 소량뿐, 대용량 즉시배송 공백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4800" y="50220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규제 제약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800" y="52452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유통산업발전법 → 점포 물류거점(PP센터) 새벽 불가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2400" y="1475999"/>
            <a:ext cx="441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 방안 : '2시간 배송'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72400" y="1699200"/>
            <a:ext cx="4410000" cy="0"/>
          </a:xfrm>
          <a:prstGeom prst="bentConnector3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72400" y="18900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시범 운영 ('26. 7. 9.~)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0400" y="21132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- 20시까지 주문 접수 → 결제 후 2시간 내 배송 완료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0400" y="23364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기존 예약배송 병행 선택 가능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70400" y="25596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쓱배송 사륜차로 대용량·중량 상품 대응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2400" y="29088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서비스 세분화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0400" y="31319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- 1시간 바로퀵(소량) / 2시간(대용량) 이원화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70400" y="33551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점포 15만 종 구색 기반 (바로퀵의 15배)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2400" y="3704399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기대 효과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70400" y="39275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대용량 즉시배송 서비스 공백 흡수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0400" y="41507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- 160여 PP센터 즉시배송 기지화·낮 가동률 제고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70400" y="43739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규제 완화 시 새벽배송 확장 여지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72400" y="4723199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확대 로드맵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072400" y="5162399"/>
            <a:ext cx="4410000" cy="0"/>
          </a:xfrm>
          <a:prstGeom prst="bentConnector3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5576850" y="51155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72400" y="4964399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'26. 7월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72400" y="5234399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양재·하남</a:t>
            </a:r>
          </a:p>
        </p:txBody>
      </p:sp>
      <p:sp>
        <p:nvSpPr>
          <p:cNvPr id="33" name="Oval 32"/>
          <p:cNvSpPr/>
          <p:nvPr/>
        </p:nvSpPr>
        <p:spPr>
          <a:xfrm>
            <a:off x="6679350" y="51155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74900" y="4964399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8월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4900" y="5234399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서울 확대</a:t>
            </a:r>
          </a:p>
        </p:txBody>
      </p:sp>
      <p:sp>
        <p:nvSpPr>
          <p:cNvPr id="36" name="Oval 35"/>
          <p:cNvSpPr/>
          <p:nvPr/>
        </p:nvSpPr>
        <p:spPr>
          <a:xfrm>
            <a:off x="7781850" y="51155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77400" y="4964399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9월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77400" y="5234399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전국 확대</a:t>
            </a:r>
          </a:p>
        </p:txBody>
      </p:sp>
      <p:sp>
        <p:nvSpPr>
          <p:cNvPr id="39" name="Oval 38"/>
          <p:cNvSpPr/>
          <p:nvPr/>
        </p:nvSpPr>
        <p:spPr>
          <a:xfrm>
            <a:off x="8884350" y="51155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79900" y="4964399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연말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79900" y="5234399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50여 점포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953600" y="1475999"/>
            <a:ext cx="0" cy="4050001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424800" y="5634000"/>
            <a:ext cx="9057600" cy="360000"/>
          </a:xfrm>
          <a:prstGeom prst="rect">
            <a:avLst/>
          </a:prstGeom>
          <a:solidFill>
            <a:srgbClr val="00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4800" y="5634000"/>
            <a:ext cx="9057600" cy="3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사륜차 대용량 즉시배송으로 퀵커머스 공백 흡수 — 연말 50여 개 점포, 전국 즉시배송 기반 구축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