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물류거점化로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종      ※ 출처 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3528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735199"/>
            <a:ext cx="3330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" y="1965599"/>
            <a:ext cx="3330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(배경)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B마트 등 대용량 품목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95999"/>
            <a:ext cx="3330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라인업 '빠름 × 대용량' 부재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2552399"/>
          <a:ext cx="3528000" cy="336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"/>
                <a:gridCol w="1152000"/>
                <a:gridCol w="1188000"/>
              </a:tblGrid>
              <a:tr h="561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561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(새벽)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빠름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✗ 공백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90400" y="1504800"/>
            <a:ext cx="5292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0400" y="1789200"/>
            <a:ext cx="737999" cy="22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속도 ↓ / 물량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8400" y="1789200"/>
            <a:ext cx="2276999" cy="22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00" y="1789200"/>
            <a:ext cx="2276999" cy="22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대용량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400" y="2012400"/>
            <a:ext cx="737999" cy="716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빠름</a:t>
            </a:r>
          </a:p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(당일 1~2H)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400" y="2728800"/>
            <a:ext cx="737999" cy="716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예약</a:t>
            </a:r>
          </a:p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(익일~)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28400" y="2012400"/>
            <a:ext cx="2276999" cy="71639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28400" y="2012400"/>
            <a:ext cx="2276999" cy="716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바로퀵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00" y="2012400"/>
            <a:ext cx="2276999" cy="716399"/>
          </a:xfrm>
          <a:prstGeom prst="rect">
            <a:avLst/>
          </a:prstGeom>
          <a:solidFill>
            <a:srgbClr val="DEEBF7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00" y="2012400"/>
            <a:ext cx="2276999" cy="716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2060"/>
                </a:solidFill>
                <a:latin typeface="맑은 고딕"/>
                <a:ea typeface="맑은 고딕"/>
                <a:cs typeface="맑은 고딕"/>
              </a:rPr>
              <a:t>★ 2시간 배송 </a:t>
            </a:r>
            <a:r>
              <a:rPr sz="1000" b="1">
                <a:solidFill>
                  <a:srgbClr val="002060"/>
                </a:solidFill>
                <a:latin typeface="맑은 고딕"/>
                <a:ea typeface="맑은 고딕"/>
                <a:cs typeface="맑은 고딕"/>
              </a:rPr>
              <a:t>(신규)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28400" y="2728800"/>
            <a:ext cx="2276999" cy="71639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8400" y="2728800"/>
            <a:ext cx="2276999" cy="716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05400" y="2728800"/>
            <a:ext cx="2276999" cy="71639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5400" y="2728800"/>
            <a:ext cx="2276999" cy="716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주간·새벽·트레이더스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8400" y="3499200"/>
            <a:ext cx="509399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거점 유휴 점포 · 운송 사륜차 · 운영 20시 마감 2시간 · 규모 15만 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0400" y="3823199"/>
            <a:ext cx="5292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계획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262400" y="4197600"/>
            <a:ext cx="0" cy="1349999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600" y="415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4400" y="40896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0400" y="4089600"/>
            <a:ext cx="4302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30" name="Oval 29"/>
          <p:cNvSpPr/>
          <p:nvPr/>
        </p:nvSpPr>
        <p:spPr>
          <a:xfrm>
            <a:off x="4215600" y="46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4400" y="45396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0400" y="4539600"/>
            <a:ext cx="4302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3" name="Oval 32"/>
          <p:cNvSpPr/>
          <p:nvPr/>
        </p:nvSpPr>
        <p:spPr>
          <a:xfrm>
            <a:off x="4215600" y="50507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24400" y="49895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0400" y="4989599"/>
            <a:ext cx="4302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4215600" y="55007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24400" y="54395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0400" y="5439599"/>
            <a:ext cx="4302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0400" y="5709600"/>
            <a:ext cx="5292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유휴 PP센터 재활용 → 신규 투자 최소 · 저비용 급속 확산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071600" y="1504800"/>
            <a:ext cx="0" cy="44172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