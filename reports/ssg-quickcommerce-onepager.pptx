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[동향]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이마트 퀵커머스 '2시간 배송' 서비스 도입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시범 도입 — 점포 물류거점화로 대용량 즉시배송 공백 공략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 : 이마트 15만 · 바로퀵 1만 종      ※ 출처 : 비즈워치 · 머니투데이 · 한국경제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 7. 8~10)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4800" y="1504800"/>
            <a:ext cx="529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현황 및 구조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4800" y="1789200"/>
            <a:ext cx="5292000" cy="0"/>
          </a:xfrm>
          <a:prstGeom prst="bentConnector3">
            <a:avLst/>
          </a:prstGeom>
          <a:ln w="19050">
            <a:solidFill>
              <a:srgbClr val="000000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24800" y="1962000"/>
            <a:ext cx="529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퀵커머스 수요 급증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800" y="2185200"/>
            <a:ext cx="509399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- 1시간 오토바이 배송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(바로퀵)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매출 197%↑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('26.6월)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(미검증)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800" y="2408400"/>
            <a:ext cx="509399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(배경)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B마트 등 즉시배송 시장 전반 대용량 품목 확대 추세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800" y="2732400"/>
            <a:ext cx="529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퀵커머스 서비스 이원화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800" y="2955600"/>
            <a:ext cx="509399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기존 바로퀵, 소량·즉석식 한정 → 대용량 즉시배송 공백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24800" y="3214800"/>
          <a:ext cx="5093999" cy="109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98000"/>
                <a:gridCol w="1998000"/>
                <a:gridCol w="1997999"/>
              </a:tblGrid>
              <a:tr h="2745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배송 </a:t>
                      </a:r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(바로퀵)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</a:t>
                      </a:r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  <a:tr h="2745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  <a:tr h="2745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품목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  <a:tr h="2745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 용도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소량·즉석식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장보기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24800" y="4456800"/>
            <a:ext cx="529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이마트 배송 라인업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24800" y="4716000"/>
          <a:ext cx="5093998" cy="13139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56000"/>
                <a:gridCol w="1655999"/>
                <a:gridCol w="1548000"/>
                <a:gridCol w="1133999"/>
              </a:tblGrid>
              <a:tr h="218999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피킹·패킹 거점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규모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218999">
                <a:tc rowSpan="3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센터+점포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rowSpan="3"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8999"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센터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8999"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 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8999">
                <a:tc rowSpan="2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퀵커머스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배송 </a:t>
                      </a:r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(바로퀵)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 </a:t>
                      </a: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(반경 3km)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004"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</a:t>
                      </a:r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954400" y="1504800"/>
            <a:ext cx="352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전개 방향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54400" y="1789200"/>
            <a:ext cx="3528000" cy="0"/>
          </a:xfrm>
          <a:prstGeom prst="bentConnector3">
            <a:avLst/>
          </a:prstGeom>
          <a:ln w="19050">
            <a:solidFill>
              <a:srgbClr val="000000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954400" y="1962000"/>
            <a:ext cx="3528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운영 방침 </a:t>
            </a: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 7. 9.~)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2400" y="2214000"/>
            <a:ext cx="333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- 20시 마감 → 2시간 내 배송 완료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52400" y="2466000"/>
            <a:ext cx="333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쓱배송 사륜차 → 대용량·중량 대응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2400" y="2718000"/>
            <a:ext cx="333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기존 예약배송 병행 선택 가능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2400" y="2970000"/>
            <a:ext cx="333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점포·인력 재활용 → 신규 투자 최소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54400" y="3348000"/>
            <a:ext cx="3528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확산 로드맵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26399" y="3726000"/>
            <a:ext cx="0" cy="1656000"/>
          </a:xfrm>
          <a:prstGeom prst="bentConnector3">
            <a:avLst/>
          </a:prstGeom>
          <a:ln w="22225">
            <a:solidFill>
              <a:srgbClr val="000000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5979600" y="36792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88399" y="3618000"/>
            <a:ext cx="720000" cy="1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'26. 7월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4400" y="3618000"/>
            <a:ext cx="2538000" cy="21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양재·하남점 도입</a:t>
            </a:r>
          </a:p>
        </p:txBody>
      </p:sp>
      <p:sp>
        <p:nvSpPr>
          <p:cNvPr id="27" name="Oval 26"/>
          <p:cNvSpPr/>
          <p:nvPr/>
        </p:nvSpPr>
        <p:spPr>
          <a:xfrm>
            <a:off x="5979600" y="42312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88399" y="4170000"/>
            <a:ext cx="720000" cy="1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8월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4400" y="4170000"/>
            <a:ext cx="2538000" cy="21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서울 확대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(월계·가든5·신도림)</a:t>
            </a:r>
          </a:p>
        </p:txBody>
      </p:sp>
      <p:sp>
        <p:nvSpPr>
          <p:cNvPr id="30" name="Oval 29"/>
          <p:cNvSpPr/>
          <p:nvPr/>
        </p:nvSpPr>
        <p:spPr>
          <a:xfrm>
            <a:off x="5979600" y="47831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88399" y="4721999"/>
            <a:ext cx="720000" cy="1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4400" y="4721999"/>
            <a:ext cx="2538000" cy="21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전국 확대</a:t>
            </a:r>
          </a:p>
        </p:txBody>
      </p:sp>
      <p:sp>
        <p:nvSpPr>
          <p:cNvPr id="33" name="Oval 32"/>
          <p:cNvSpPr/>
          <p:nvPr/>
        </p:nvSpPr>
        <p:spPr>
          <a:xfrm>
            <a:off x="5979600" y="53351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88399" y="5273999"/>
            <a:ext cx="720000" cy="1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4400" y="5273999"/>
            <a:ext cx="2538000" cy="21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50여 점포 운영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54400" y="5580000"/>
            <a:ext cx="3528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(리드)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점포를 물류거점으로 재정의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52400" y="5832000"/>
            <a:ext cx="333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→ 유휴 PP센터 가동률 활용, 전국 즉시배송 기반 구축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835599" y="1504800"/>
            <a:ext cx="0" cy="4525200"/>
          </a:xfrm>
          <a:prstGeom prst="bentConnector3">
            <a:avLst/>
          </a:prstGeom>
          <a:ln w="9525">
            <a:solidFill>
              <a:srgbClr val="BFBFBF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