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기반 '2시간 배송' 도입 — 퀵커머스의 장보기 채널화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취급 상품 소량 1만 종 → 마트 전 상품 15만 종 확대, 연말 50여 개 점포 전개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4800" y="1458000"/>
            <a:ext cx="9057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800" y="1659599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'바로퀵'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(1시간 배송)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 증가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퀵커머스 대용량 상품 수요 확대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61200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업계 대용량 품목 취급 확대 → 소량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·대용량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132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4800" y="2300400"/>
          <a:ext cx="9057600" cy="124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3816000"/>
                <a:gridCol w="4089600"/>
              </a:tblGrid>
              <a:tr h="248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'바로퀵'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(기존)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'2시간 배송'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8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이내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이내 · 사륜차 · 20시 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8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(소포장·즉석식품 중심)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(이마트 전 상품)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8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매장 일부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PP센터 집품·포장 → 즉시 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8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배송비 체계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무료배송 4만 원 이상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(쓱배송 동일)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4800" y="3567600"/>
            <a:ext cx="9057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예약배송 </a:t>
            </a: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(주간·새벽·트레이더스)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기존 운영 유지, 병행 이용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800" y="3794400"/>
            <a:ext cx="90576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4800" y="3794400"/>
            <a:ext cx="90576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취급 상품 차별점 — 소량 퀵커머스에서 전 상품 장보기로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4129200"/>
            <a:ext cx="88596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마트 전 상품 대상 : 기존 퀵커머스 미취급 대용량·신선 카테고리 전면 개방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4352400"/>
            <a:ext cx="88596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신선식품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(육류·생선·과일)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중심 소구 — 매장 재고 직접 집품으로 선도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4575600"/>
            <a:ext cx="88596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냉장·냉동 전용 보냉 파우치 포장 후 매장 즉시 출고 — 콜드체인 체계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800" y="4798799"/>
            <a:ext cx="88596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'바로퀵' 고객층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(2030·소용량·그로서리 90%)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 구분되는 본 장보기 수요 겨냥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800" y="50724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④ 확산 로드맵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4800" y="5454000"/>
            <a:ext cx="9057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506600" y="5403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800" y="5259600"/>
            <a:ext cx="2264400" cy="151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800" y="5518800"/>
            <a:ext cx="22644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시범 도입</a:t>
            </a:r>
          </a:p>
        </p:txBody>
      </p:sp>
      <p:sp>
        <p:nvSpPr>
          <p:cNvPr id="21" name="Oval 20"/>
          <p:cNvSpPr/>
          <p:nvPr/>
        </p:nvSpPr>
        <p:spPr>
          <a:xfrm>
            <a:off x="3771000" y="5403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89200" y="5259600"/>
            <a:ext cx="2264400" cy="151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9200" y="5518800"/>
            <a:ext cx="22644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서울권 확대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24" name="Oval 23"/>
          <p:cNvSpPr/>
          <p:nvPr/>
        </p:nvSpPr>
        <p:spPr>
          <a:xfrm>
            <a:off x="6035400" y="5403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600" y="5259600"/>
            <a:ext cx="2264400" cy="151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3600" y="5518800"/>
            <a:ext cx="22644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7" name="Oval 26"/>
          <p:cNvSpPr/>
          <p:nvPr/>
        </p:nvSpPr>
        <p:spPr>
          <a:xfrm>
            <a:off x="8299800" y="54036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8000" y="5259600"/>
            <a:ext cx="2264400" cy="151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8000" y="5518800"/>
            <a:ext cx="22644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개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점포 운영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4800" y="5813999"/>
            <a:ext cx="9057600" cy="342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4800" y="5813999"/>
            <a:ext cx="9057600" cy="34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소량 즉시배송 → 전 상품 장보기 배송 전환, 점포 </a:t>
            </a: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(PP센터)</a:t>
            </a: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온라인 가동률 제고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4800" y="6235199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· 머니투데이 · 한국경제 · 뉴스핌 · 비즈니스포스트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