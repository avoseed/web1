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공략·점포 물류기지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도입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89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11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오토바이 배송(바로퀵) 매출 197%↑(6월)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336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경쟁사도 대용량 품목 확대 추세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7036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현행 배송 체계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4800" y="2926800"/>
          <a:ext cx="44100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80000"/>
                <a:gridCol w="1404000"/>
                <a:gridCol w="666000"/>
                <a:gridCol w="1260000"/>
              </a:tblGrid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형태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규모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(2~5개 구간,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점포·네오 거점)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(자체 센터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'네오' 한정)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(1시간,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 (약 1만 종)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2800" y="47268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즉시배송은 이륜 소량뿐, 대용량 즉시배송 공백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5022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제약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5245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점포 물류거점(PP센터) 새벽 불가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24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방안 : '2시간 배송'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24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72400" y="189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9.~)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11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- 20시까지 주문 접수 → 결제 후 2시간 내 배송 완료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2336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0400" y="2559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사륜차로 대용량·중량 상품 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2400" y="29088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서비스 세분화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31319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바로퀵(소량) / 2시간(대용량) 이원화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0400" y="33551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기반 (바로퀵의 15배)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2400" y="37043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0400" y="39275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서비스 공백 흡수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0400" y="41507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- 160여 PP센터 즉시배송 기지화·낮 가동률 제고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0400" y="43739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규제 완화 시 새벽배송 확장 여지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2400" y="47231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72400" y="5162399"/>
            <a:ext cx="4410000" cy="0"/>
          </a:xfrm>
          <a:prstGeom prst="bentConnector3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55768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24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24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</a:t>
            </a:r>
          </a:p>
        </p:txBody>
      </p:sp>
      <p:sp>
        <p:nvSpPr>
          <p:cNvPr id="33" name="Oval 32"/>
          <p:cNvSpPr/>
          <p:nvPr/>
        </p:nvSpPr>
        <p:spPr>
          <a:xfrm>
            <a:off x="66793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49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49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</p:txBody>
      </p:sp>
      <p:sp>
        <p:nvSpPr>
          <p:cNvPr id="36" name="Oval 35"/>
          <p:cNvSpPr/>
          <p:nvPr/>
        </p:nvSpPr>
        <p:spPr>
          <a:xfrm>
            <a:off x="77818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74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74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9" name="Oval 38"/>
          <p:cNvSpPr/>
          <p:nvPr/>
        </p:nvSpPr>
        <p:spPr>
          <a:xfrm>
            <a:off x="88843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99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99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53600" y="1475999"/>
            <a:ext cx="0" cy="4050001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24800" y="5634000"/>
            <a:ext cx="9057600" cy="360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800" y="5634000"/>
            <a:ext cx="90576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 — 연말 50여 개 점포, 전국 즉시배송 기반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