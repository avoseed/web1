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물류거점화로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품목: 이마트 15만 · 바로퀵 1만 종      ※ 출처: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24800" y="1494000"/>
            <a:ext cx="5196959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4800" y="1494000"/>
            <a:ext cx="5196959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1872000"/>
            <a:ext cx="5196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052000"/>
            <a:ext cx="4998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232000"/>
            <a:ext cx="4998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즉시배송 시장, 대용량 품목 확대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512800"/>
            <a:ext cx="5196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이원화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2692800"/>
            <a:ext cx="4998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바로퀵은 소량·즉석식 한정 → 대용량 미충족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2872800"/>
            <a:ext cx="49989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(소량)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/ 2시간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이원화, 15만 종 구색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3153600"/>
            <a:ext cx="5196959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이마트 배송 체계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4800" y="3369600"/>
          <a:ext cx="5196958" cy="2084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00"/>
                <a:gridCol w="1440000"/>
                <a:gridCol w="1116000"/>
                <a:gridCol w="503999"/>
                <a:gridCol w="1560959"/>
              </a:tblGrid>
              <a:tr h="3474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7400">
                <a:tc rowSpan="3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구간당 4~5H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</a:t>
                      </a: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1H </a:t>
                      </a: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2시간 배송 </a:t>
                      </a:r>
                      <a:r>
                        <a:rPr sz="8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</a:t>
                      </a:r>
                      <a:r>
                        <a:rPr sz="8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017759" y="1494000"/>
            <a:ext cx="346464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17759" y="1494000"/>
            <a:ext cx="346464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세부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7759" y="1872000"/>
            <a:ext cx="346464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운영 방침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5759" y="2059200"/>
            <a:ext cx="326664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마감 → 2시간 내 배송 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5759" y="2246400"/>
            <a:ext cx="326664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(대용량·중량 대응)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5759" y="2433600"/>
            <a:ext cx="326664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5759" y="2620800"/>
            <a:ext cx="326664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유휴 PP센터 재활용형 서비스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17759" y="2908799"/>
            <a:ext cx="346464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확산 로드맵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89759" y="3232799"/>
            <a:ext cx="0" cy="1735201"/>
          </a:xfrm>
          <a:prstGeom prst="bentConnector3">
            <a:avLst/>
          </a:prstGeom>
          <a:ln w="22225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042959" y="31859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1759" y="30708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1759" y="30708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도입</a:t>
            </a:r>
          </a:p>
        </p:txBody>
      </p:sp>
      <p:sp>
        <p:nvSpPr>
          <p:cNvPr id="27" name="Oval 26"/>
          <p:cNvSpPr/>
          <p:nvPr/>
        </p:nvSpPr>
        <p:spPr>
          <a:xfrm>
            <a:off x="6042959" y="37643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1759" y="36492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1759" y="36492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30" name="Oval 29"/>
          <p:cNvSpPr/>
          <p:nvPr/>
        </p:nvSpPr>
        <p:spPr>
          <a:xfrm>
            <a:off x="6042959" y="4342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1759" y="42276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71759" y="42276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3" name="Oval 32"/>
          <p:cNvSpPr/>
          <p:nvPr/>
        </p:nvSpPr>
        <p:spPr>
          <a:xfrm>
            <a:off x="6042959" y="49212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1759" y="48060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71759" y="48060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7759" y="5040000"/>
            <a:ext cx="3464640" cy="413999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17759" y="5040000"/>
            <a:ext cx="3464640" cy="413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유휴 PP센터 재활용 → 신규 투자 최소 · 저비용 급속 확산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19759" y="1494000"/>
            <a:ext cx="0" cy="39600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