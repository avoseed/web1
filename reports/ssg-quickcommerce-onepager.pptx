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[동향]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이마트, 점포 물류거점화로 대용량 즉시배송 선점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'2시간 배송' 양재·하남 시범 </a:t>
            </a:r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(7.9~)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→ 연말 50여 점 · 유휴 PP센터 재활용 저비용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4800" y="1494000"/>
            <a:ext cx="9057600" cy="19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도입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2800" y="1688400"/>
            <a:ext cx="8859600" cy="19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('26.6월)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(미검증)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→ 온디맨드 대용량 수요 실증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800" y="1882800"/>
            <a:ext cx="8859600" cy="19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즉시배송 시장, 대용량 품목 확대 → 소량 한정의 공백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800" y="2077200"/>
            <a:ext cx="8859600" cy="19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(소량·이륜차)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/ 2시간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(대용량·사륜차)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이원화로 대응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4800" y="2379600"/>
            <a:ext cx="9057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이마트 배송 체계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24800" y="2599200"/>
          <a:ext cx="9057600" cy="2206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6000"/>
                <a:gridCol w="1944000"/>
                <a:gridCol w="792000"/>
                <a:gridCol w="1872000"/>
                <a:gridCol w="864000"/>
                <a:gridCol w="2649600"/>
              </a:tblGrid>
              <a:tr h="367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67800"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구간당 4~5H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78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(PP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78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익일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7800"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1H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78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2시간 배송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2H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(20시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24800" y="4914000"/>
            <a:ext cx="9057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③ 확산 로드맵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4800" y="5335200"/>
            <a:ext cx="9057600" cy="0"/>
          </a:xfrm>
          <a:prstGeom prst="bentConnector3">
            <a:avLst/>
          </a:prstGeom>
          <a:ln w="25400">
            <a:solidFill>
              <a:srgbClr val="000000"/>
            </a:solidFill>
            <a:prstDash val="soli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506600" y="5284800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800" y="5130000"/>
            <a:ext cx="2264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'26.7월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4800" y="5400000"/>
            <a:ext cx="2264400" cy="41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15" name="Oval 14"/>
          <p:cNvSpPr/>
          <p:nvPr/>
        </p:nvSpPr>
        <p:spPr>
          <a:xfrm>
            <a:off x="3771000" y="5284800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89200" y="5130000"/>
            <a:ext cx="2264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9200" y="5400000"/>
            <a:ext cx="2264400" cy="41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(월계·가든5·신도림)</a:t>
            </a:r>
          </a:p>
        </p:txBody>
      </p:sp>
      <p:sp>
        <p:nvSpPr>
          <p:cNvPr id="18" name="Oval 17"/>
          <p:cNvSpPr/>
          <p:nvPr/>
        </p:nvSpPr>
        <p:spPr>
          <a:xfrm>
            <a:off x="6035400" y="5284800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3600" y="5130000"/>
            <a:ext cx="2264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600" y="5400000"/>
            <a:ext cx="2264400" cy="41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21" name="Oval 20"/>
          <p:cNvSpPr/>
          <p:nvPr/>
        </p:nvSpPr>
        <p:spPr>
          <a:xfrm>
            <a:off x="8299800" y="5284800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18000" y="5130000"/>
            <a:ext cx="2264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18000" y="5400000"/>
            <a:ext cx="2264400" cy="41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4800" y="5760000"/>
            <a:ext cx="9057600" cy="342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4800" y="5760000"/>
            <a:ext cx="9057600" cy="34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유휴 PP센터 재활용 → 신규 투자 최소 · 저비용으로 대용량 즉시배송 급속 확산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4800" y="6210000"/>
            <a:ext cx="9057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품목: 이마트 15만 · 바로퀵 1만 종      ※ 출처: 비즈워치 · 머니투데이 · 한국경제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('26.7.8~10)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