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도입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197%↑(6월) → 온디맨드 수요 실증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036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현행 배송 체계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24800" y="2926800"/>
          <a:ext cx="4409999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2000"/>
                <a:gridCol w="1512000"/>
                <a:gridCol w="1745999"/>
              </a:tblGrid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속도 ·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4~5시간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 · 사륜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· 이륜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소량, 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2800" y="4726800"/>
            <a:ext cx="4212000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즉시배송은 이륜 소량뿐, 대용량 즉시배송 공백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502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" y="524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PP센터 새벽배송 불가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2400" y="1475999"/>
            <a:ext cx="441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 방안 : '2시간 배송'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69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890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시범 운영 ('26. 7. 9.~)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1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양재·하남점 인근, 20시 마감 → 2시간 내 배송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400" y="2336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0400" y="255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2400" y="2908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서비스 세분화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400" y="3131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바로퀵(소량) / 2시간(대용량) 이원화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0400" y="33551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(바로퀵의 15배)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2400" y="37043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0400" y="3927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0400" y="4150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0400" y="43739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시 새벽배송 확장 여지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2400" y="4723199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확대 로드맵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72400" y="5162399"/>
            <a:ext cx="4410000" cy="0"/>
          </a:xfrm>
          <a:prstGeom prst="bentConnector3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5576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2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2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</a:t>
            </a:r>
          </a:p>
        </p:txBody>
      </p:sp>
      <p:sp>
        <p:nvSpPr>
          <p:cNvPr id="33" name="Oval 32"/>
          <p:cNvSpPr/>
          <p:nvPr/>
        </p:nvSpPr>
        <p:spPr>
          <a:xfrm>
            <a:off x="6679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4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4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확대</a:t>
            </a:r>
          </a:p>
        </p:txBody>
      </p:sp>
      <p:sp>
        <p:nvSpPr>
          <p:cNvPr id="36" name="Oval 35"/>
          <p:cNvSpPr/>
          <p:nvPr/>
        </p:nvSpPr>
        <p:spPr>
          <a:xfrm>
            <a:off x="77818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74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74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9" name="Oval 38"/>
          <p:cNvSpPr/>
          <p:nvPr/>
        </p:nvSpPr>
        <p:spPr>
          <a:xfrm>
            <a:off x="8884350" y="5115599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9900" y="4964399"/>
            <a:ext cx="1102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9900" y="5234399"/>
            <a:ext cx="1102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53600" y="1475999"/>
            <a:ext cx="0" cy="4050001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800" y="5634000"/>
            <a:ext cx="90576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