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온디맨드 수요 실증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8008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3074399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8744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256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529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PP센터 새벽배송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000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073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 → 2시간 내 배송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472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6208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사륜차 활용, 대용량·중량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32724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5460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819600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→ 즉시배송 확장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0400" y="4093199"/>
            <a:ext cx="4212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PP센터 낮 시간대 가동률 제고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2400" y="4744800"/>
            <a:ext cx="4410000" cy="2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72400" y="5234400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576850" y="5187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2400" y="5036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2400" y="5306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0" name="Oval 29"/>
          <p:cNvSpPr/>
          <p:nvPr/>
        </p:nvSpPr>
        <p:spPr>
          <a:xfrm>
            <a:off x="6679350" y="5187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4900" y="5036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4900" y="5306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3" name="Oval 32"/>
          <p:cNvSpPr/>
          <p:nvPr/>
        </p:nvSpPr>
        <p:spPr>
          <a:xfrm>
            <a:off x="7781850" y="5187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7400" y="5036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7400" y="5306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8884350" y="5187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9900" y="5036400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9900" y="5306400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953600" y="1475999"/>
            <a:ext cx="0" cy="4086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4800" y="5868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