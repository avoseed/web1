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 속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 → 대용량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수요 실증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8008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체계의 한계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3074399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4800" y="49824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52560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PP센터 새벽배송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24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2시간 내 배송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사륜차 대용량, 점포 15만 종 기반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2400" y="28008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30743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공백 흡수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0400" y="33479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PP센터 낮 시간대 가동률 제고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2400" y="38015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72400" y="4075199"/>
          <a:ext cx="4410000" cy="136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/>
                <a:gridCol w="3114000"/>
              </a:tblGrid>
              <a:tr h="273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3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3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3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3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4953600" y="1475999"/>
            <a:ext cx="0" cy="4086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