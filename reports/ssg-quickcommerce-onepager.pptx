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도입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8000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073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197%↑(6월) → 온디맨드 수요 실증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3472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경쟁사도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8008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현행 배송 체계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4800" y="3074399"/>
          <a:ext cx="4409999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2000"/>
                <a:gridCol w="1512000"/>
                <a:gridCol w="1745999"/>
              </a:tblGrid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 ·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4~5시간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· 이륜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소량, 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2800" y="48744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즉시배송은 이륜 소량뿐, 대용량 즉시배송 공백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52560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제약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5529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PP센터 새벽배송 불가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24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방안 : '2시간 배송'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24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72400" y="18000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9.~)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073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주문 마감 → 2시간 내 배송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23472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0400" y="26208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사륜차 활용, 대용량·중량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2400" y="3074399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3347999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0400" y="3621599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→ 즉시배송 확장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0400" y="3895199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PP센터 낮 시간대 가동률 제고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2400" y="4348799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72400" y="4838400"/>
            <a:ext cx="4410000" cy="0"/>
          </a:xfrm>
          <a:prstGeom prst="bentConnector3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5768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724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24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</a:t>
            </a:r>
          </a:p>
        </p:txBody>
      </p:sp>
      <p:sp>
        <p:nvSpPr>
          <p:cNvPr id="30" name="Oval 29"/>
          <p:cNvSpPr/>
          <p:nvPr/>
        </p:nvSpPr>
        <p:spPr>
          <a:xfrm>
            <a:off x="66793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49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49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</p:txBody>
      </p:sp>
      <p:sp>
        <p:nvSpPr>
          <p:cNvPr id="33" name="Oval 32"/>
          <p:cNvSpPr/>
          <p:nvPr/>
        </p:nvSpPr>
        <p:spPr>
          <a:xfrm>
            <a:off x="77818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774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74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6" name="Oval 35"/>
          <p:cNvSpPr/>
          <p:nvPr/>
        </p:nvSpPr>
        <p:spPr>
          <a:xfrm>
            <a:off x="88843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799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799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953600" y="1475999"/>
            <a:ext cx="0" cy="40860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