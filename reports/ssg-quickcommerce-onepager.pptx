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94000"/>
            <a:ext cx="5292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94000"/>
            <a:ext cx="5292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64800"/>
            <a:ext cx="52920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520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2392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505600"/>
            <a:ext cx="52920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6928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바로퀵은 소량·즉석식 한정 → 대용량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28800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이원화, 15만 종 구색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146400"/>
            <a:ext cx="529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3344400"/>
          <a:ext cx="5292000" cy="261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00"/>
                <a:gridCol w="1188000"/>
                <a:gridCol w="1260000"/>
                <a:gridCol w="540000"/>
                <a:gridCol w="1620000"/>
              </a:tblGrid>
              <a:tr h="4356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4356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954400" y="1494000"/>
            <a:ext cx="3528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4400" y="1494000"/>
            <a:ext cx="3528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4400" y="1864800"/>
            <a:ext cx="35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운영 방침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2400" y="2062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2400" y="2260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(대용량·중량 대응)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2400" y="2458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2400" y="2656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유휴 PP센터 재활용형 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4400" y="2934000"/>
            <a:ext cx="352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확산 로드맵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26399" y="3222000"/>
            <a:ext cx="0" cy="2141999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979600" y="3175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8399" y="3060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8399" y="3060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7" name="Oval 26"/>
          <p:cNvSpPr/>
          <p:nvPr/>
        </p:nvSpPr>
        <p:spPr>
          <a:xfrm>
            <a:off x="5979600" y="3889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8399" y="3774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8399" y="3774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0" name="Oval 29"/>
          <p:cNvSpPr/>
          <p:nvPr/>
        </p:nvSpPr>
        <p:spPr>
          <a:xfrm>
            <a:off x="5979600" y="4603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8399" y="4488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8399" y="4488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5979600" y="5317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8399" y="5202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8399" y="5202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54400" y="5472000"/>
            <a:ext cx="3528000" cy="486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4400" y="5472000"/>
            <a:ext cx="3528000" cy="4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유휴 PP센터 재활용 → 신규 투자 최소 · 저비용 급속 확산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35599" y="1494000"/>
            <a:ext cx="0" cy="4464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